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3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8B6A-8C12-41BB-8145-DCDAE1B00C56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1B1C-322B-4717-83D1-2D651F2C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96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8B6A-8C12-41BB-8145-DCDAE1B00C56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1B1C-322B-4717-83D1-2D651F2C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73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8B6A-8C12-41BB-8145-DCDAE1B00C56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1B1C-322B-4717-83D1-2D651F2C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060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8B6A-8C12-41BB-8145-DCDAE1B00C56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1B1C-322B-4717-83D1-2D651F2C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75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8B6A-8C12-41BB-8145-DCDAE1B00C56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1B1C-322B-4717-83D1-2D651F2C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8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8B6A-8C12-41BB-8145-DCDAE1B00C56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1B1C-322B-4717-83D1-2D651F2C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368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8B6A-8C12-41BB-8145-DCDAE1B00C56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1B1C-322B-4717-83D1-2D651F2C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515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8B6A-8C12-41BB-8145-DCDAE1B00C56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1B1C-322B-4717-83D1-2D651F2C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54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8B6A-8C12-41BB-8145-DCDAE1B00C56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1B1C-322B-4717-83D1-2D651F2C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447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8B6A-8C12-41BB-8145-DCDAE1B00C56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1B1C-322B-4717-83D1-2D651F2C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165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38B6A-8C12-41BB-8145-DCDAE1B00C56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1B1C-322B-4717-83D1-2D651F2C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39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6C38B6A-8C12-41BB-8145-DCDAE1B00C56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9CD1B1C-322B-4717-83D1-2D651F2C72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1302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E658E2-1420-7E18-E5CF-D3C7CC3C47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Crud</a:t>
            </a:r>
            <a:r>
              <a:rPr lang="pt-BR" dirty="0"/>
              <a:t> com Criptografia</a:t>
            </a:r>
            <a:br>
              <a:rPr lang="pt-BR" dirty="0"/>
            </a:br>
            <a:r>
              <a:rPr lang="pt-BR" dirty="0"/>
              <a:t>de senha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3705E8-00BD-DFA8-6B8F-8C7DBDBF6A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065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61482-12BD-C804-F85A-35E634CF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Tela de computador com texto preto sobre fundo branco">
            <a:extLst>
              <a:ext uri="{FF2B5EF4-FFF2-40B4-BE49-F238E27FC236}">
                <a16:creationId xmlns:a16="http://schemas.microsoft.com/office/drawing/2014/main" id="{AB89E29C-B81E-9424-D57B-EEFFE8E7D4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107809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7D15D-4032-A363-9B9A-8D44F410D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 descr="Tela de computador">
            <a:extLst>
              <a:ext uri="{FF2B5EF4-FFF2-40B4-BE49-F238E27FC236}">
                <a16:creationId xmlns:a16="http://schemas.microsoft.com/office/drawing/2014/main" id="{9FD1E787-A857-8906-8680-F93F96649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377157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ED2A1-356F-643E-34ED-15C143FE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Tela de computador com fundo preto&#10;&#10;O conteúdo gerado por IA pode estar incorreto.">
            <a:extLst>
              <a:ext uri="{FF2B5EF4-FFF2-40B4-BE49-F238E27FC236}">
                <a16:creationId xmlns:a16="http://schemas.microsoft.com/office/drawing/2014/main" id="{19EFC7E2-0E17-D73A-7651-DF790EBDE7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332790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6F89A-59D5-8EFE-841E-1624FA60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Tela de computador com texto preto sobre fundo branco">
            <a:extLst>
              <a:ext uri="{FF2B5EF4-FFF2-40B4-BE49-F238E27FC236}">
                <a16:creationId xmlns:a16="http://schemas.microsoft.com/office/drawing/2014/main" id="{3646F3CC-60AA-1D9B-20A8-685716875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1087051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57CE4-FED6-F2B0-1326-E19CBC23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23831DEB-503E-D90D-D7CE-DA479E059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179742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D9361-F242-8141-ADAF-7B657282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Tela de computador">
            <a:extLst>
              <a:ext uri="{FF2B5EF4-FFF2-40B4-BE49-F238E27FC236}">
                <a16:creationId xmlns:a16="http://schemas.microsoft.com/office/drawing/2014/main" id="{08A1ADCF-BF1B-FD19-94E2-F49B711E62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1061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3972004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CD592-96C7-A054-588D-EEBE1D99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 descr="Tela de computador">
            <a:extLst>
              <a:ext uri="{FF2B5EF4-FFF2-40B4-BE49-F238E27FC236}">
                <a16:creationId xmlns:a16="http://schemas.microsoft.com/office/drawing/2014/main" id="{D85CE376-3AE7-B330-9320-DC3B64395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787895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DC704-3903-BED2-5B75-B7CD99632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33355B-A41D-F9CC-E969-0B67CE75A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534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6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Crud com Criptografia de senha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Wendel Ferreira Martins</dc:creator>
  <cp:lastModifiedBy>Wendel Ferreira Martins</cp:lastModifiedBy>
  <cp:revision>1</cp:revision>
  <dcterms:created xsi:type="dcterms:W3CDTF">2025-11-12T23:09:22Z</dcterms:created>
  <dcterms:modified xsi:type="dcterms:W3CDTF">2025-11-12T23:14:00Z</dcterms:modified>
</cp:coreProperties>
</file>